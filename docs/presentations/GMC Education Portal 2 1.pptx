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7" r:id="rId14"/>
    <p:sldId id="269" r:id="rId15"/>
    <p:sldId id="271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C2FC3-5AC9-413D-70F4-530FC7A051C7}" v="7" dt="2026-02-05T09:03:23.426"/>
    <p1510:client id="{8F7F74AE-78FF-4285-A164-E63931471881}" v="37" dt="2026-02-05T05:26:34.448"/>
    <p1510:client id="{B221234A-5F14-A261-5B6E-A901493D9580}" v="143" dt="2026-02-05T11:15:00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na Patel" userId="S::c-vpatel@mobiuslogic.com::50ec8216-34fe-4bf2-94c2-97303f03711d" providerId="AD" clId="Web-{B221234A-5F14-A261-5B6E-A901493D9580}"/>
    <pc:docChg chg="modSld">
      <pc:chgData name="Vandana Patel" userId="S::c-vpatel@mobiuslogic.com::50ec8216-34fe-4bf2-94c2-97303f03711d" providerId="AD" clId="Web-{B221234A-5F14-A261-5B6E-A901493D9580}" dt="2026-02-05T11:15:00.077" v="132" actId="14100"/>
      <pc:docMkLst>
        <pc:docMk/>
      </pc:docMkLst>
      <pc:sldChg chg="addSp delSp modSp">
        <pc:chgData name="Vandana Patel" userId="S::c-vpatel@mobiuslogic.com::50ec8216-34fe-4bf2-94c2-97303f03711d" providerId="AD" clId="Web-{B221234A-5F14-A261-5B6E-A901493D9580}" dt="2026-02-05T11:06:34.337" v="2" actId="1076"/>
        <pc:sldMkLst>
          <pc:docMk/>
          <pc:sldMk cId="0" sldId="257"/>
        </pc:sldMkLst>
        <pc:spChg chg="del">
          <ac:chgData name="Vandana Patel" userId="S::c-vpatel@mobiuslogic.com::50ec8216-34fe-4bf2-94c2-97303f03711d" providerId="AD" clId="Web-{B221234A-5F14-A261-5B6E-A901493D9580}" dt="2026-02-05T11:06:16.290" v="0"/>
          <ac:spMkLst>
            <pc:docMk/>
            <pc:sldMk cId="0" sldId="257"/>
            <ac:spMk id="4" creationId="{00000000-0000-0000-0000-000000000000}"/>
          </ac:spMkLst>
        </pc:spChg>
        <pc:picChg chg="add mod">
          <ac:chgData name="Vandana Patel" userId="S::c-vpatel@mobiuslogic.com::50ec8216-34fe-4bf2-94c2-97303f03711d" providerId="AD" clId="Web-{B221234A-5F14-A261-5B6E-A901493D9580}" dt="2026-02-05T11:06:34.337" v="2" actId="1076"/>
          <ac:picMkLst>
            <pc:docMk/>
            <pc:sldMk cId="0" sldId="257"/>
            <ac:picMk id="5" creationId="{8700C131-7830-57D8-0279-73A1A54B5BE9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07:51.416" v="9" actId="1076"/>
        <pc:sldMkLst>
          <pc:docMk/>
          <pc:sldMk cId="0" sldId="259"/>
        </pc:sldMkLst>
        <pc:spChg chg="del">
          <ac:chgData name="Vandana Patel" userId="S::c-vpatel@mobiuslogic.com::50ec8216-34fe-4bf2-94c2-97303f03711d" providerId="AD" clId="Web-{B221234A-5F14-A261-5B6E-A901493D9580}" dt="2026-02-05T11:07:48.494" v="8"/>
          <ac:spMkLst>
            <pc:docMk/>
            <pc:sldMk cId="0" sldId="259"/>
            <ac:spMk id="4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7:42.212" v="5"/>
          <ac:spMkLst>
            <pc:docMk/>
            <pc:sldMk cId="0" sldId="259"/>
            <ac:spMk id="5" creationId="{00000000-0000-0000-0000-000000000000}"/>
          </ac:spMkLst>
        </pc:spChg>
        <pc:picChg chg="add del">
          <ac:chgData name="Vandana Patel" userId="S::c-vpatel@mobiuslogic.com::50ec8216-34fe-4bf2-94c2-97303f03711d" providerId="AD" clId="Web-{B221234A-5F14-A261-5B6E-A901493D9580}" dt="2026-02-05T11:07:45.744" v="7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Vandana Patel" userId="S::c-vpatel@mobiuslogic.com::50ec8216-34fe-4bf2-94c2-97303f03711d" providerId="AD" clId="Web-{B221234A-5F14-A261-5B6E-A901493D9580}" dt="2026-02-05T11:07:51.416" v="9" actId="1076"/>
          <ac:picMkLst>
            <pc:docMk/>
            <pc:sldMk cId="0" sldId="259"/>
            <ac:picMk id="6" creationId="{32F498DC-48A5-DA10-4862-A3A211860220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10:23.824" v="36" actId="1076"/>
        <pc:sldMkLst>
          <pc:docMk/>
          <pc:sldMk cId="0" sldId="276"/>
        </pc:sldMkLst>
        <pc:spChg chg="del">
          <ac:chgData name="Vandana Patel" userId="S::c-vpatel@mobiuslogic.com::50ec8216-34fe-4bf2-94c2-97303f03711d" providerId="AD" clId="Web-{B221234A-5F14-A261-5B6E-A901493D9580}" dt="2026-02-05T11:09:26.401" v="10"/>
          <ac:spMkLst>
            <pc:docMk/>
            <pc:sldMk cId="0" sldId="276"/>
            <ac:spMk id="3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32.495" v="12"/>
          <ac:spMkLst>
            <pc:docMk/>
            <pc:sldMk cId="0" sldId="276"/>
            <ac:spMk id="4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36.136" v="15"/>
          <ac:spMkLst>
            <pc:docMk/>
            <pc:sldMk cId="0" sldId="276"/>
            <ac:spMk id="5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41.354" v="18"/>
          <ac:spMkLst>
            <pc:docMk/>
            <pc:sldMk cId="0" sldId="276"/>
            <ac:spMk id="6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46.526" v="21"/>
          <ac:spMkLst>
            <pc:docMk/>
            <pc:sldMk cId="0" sldId="276"/>
            <ac:spMk id="7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54.761" v="27"/>
          <ac:spMkLst>
            <pc:docMk/>
            <pc:sldMk cId="0" sldId="276"/>
            <ac:spMk id="8" creationId="{00000000-0000-0000-0000-000000000000}"/>
          </ac:spMkLst>
        </pc:spChg>
        <pc:spChg chg="del mod">
          <ac:chgData name="Vandana Patel" userId="S::c-vpatel@mobiuslogic.com::50ec8216-34fe-4bf2-94c2-97303f03711d" providerId="AD" clId="Web-{B221234A-5F14-A261-5B6E-A901493D9580}" dt="2026-02-05T11:10:00.495" v="32"/>
          <ac:spMkLst>
            <pc:docMk/>
            <pc:sldMk cId="0" sldId="276"/>
            <ac:spMk id="9" creationId="{00000000-0000-0000-0000-000000000000}"/>
          </ac:spMkLst>
        </pc:spChg>
        <pc:spChg chg="del mod">
          <ac:chgData name="Vandana Patel" userId="S::c-vpatel@mobiuslogic.com::50ec8216-34fe-4bf2-94c2-97303f03711d" providerId="AD" clId="Web-{B221234A-5F14-A261-5B6E-A901493D9580}" dt="2026-02-05T11:10:06.808" v="34"/>
          <ac:spMkLst>
            <pc:docMk/>
            <pc:sldMk cId="0" sldId="276"/>
            <ac:spMk id="12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27.417" v="11"/>
          <ac:spMkLst>
            <pc:docMk/>
            <pc:sldMk cId="0" sldId="276"/>
            <ac:spMk id="13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37.948" v="16"/>
          <ac:spMkLst>
            <pc:docMk/>
            <pc:sldMk cId="0" sldId="276"/>
            <ac:spMk id="14" creationId="{00000000-0000-0000-0000-000000000000}"/>
          </ac:spMkLst>
        </pc:spChg>
        <pc:spChg chg="del mod">
          <ac:chgData name="Vandana Patel" userId="S::c-vpatel@mobiuslogic.com::50ec8216-34fe-4bf2-94c2-97303f03711d" providerId="AD" clId="Web-{B221234A-5F14-A261-5B6E-A901493D9580}" dt="2026-02-05T11:09:33.792" v="14"/>
          <ac:spMkLst>
            <pc:docMk/>
            <pc:sldMk cId="0" sldId="276"/>
            <ac:spMk id="15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39.480" v="17"/>
          <ac:spMkLst>
            <pc:docMk/>
            <pc:sldMk cId="0" sldId="276"/>
            <ac:spMk id="16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42.964" v="19"/>
          <ac:spMkLst>
            <pc:docMk/>
            <pc:sldMk cId="0" sldId="276"/>
            <ac:spMk id="17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44.401" v="20"/>
          <ac:spMkLst>
            <pc:docMk/>
            <pc:sldMk cId="0" sldId="276"/>
            <ac:spMk id="18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48.183" v="22"/>
          <ac:spMkLst>
            <pc:docMk/>
            <pc:sldMk cId="0" sldId="276"/>
            <ac:spMk id="19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51.745" v="24"/>
          <ac:spMkLst>
            <pc:docMk/>
            <pc:sldMk cId="0" sldId="276"/>
            <ac:spMk id="20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09:50.558" v="23"/>
          <ac:spMkLst>
            <pc:docMk/>
            <pc:sldMk cId="0" sldId="276"/>
            <ac:spMk id="21" creationId="{00000000-0000-0000-0000-000000000000}"/>
          </ac:spMkLst>
        </pc:spChg>
        <pc:picChg chg="add del">
          <ac:chgData name="Vandana Patel" userId="S::c-vpatel@mobiuslogic.com::50ec8216-34fe-4bf2-94c2-97303f03711d" providerId="AD" clId="Web-{B221234A-5F14-A261-5B6E-A901493D9580}" dt="2026-02-05T11:09:53.042" v="26"/>
          <ac:picMkLst>
            <pc:docMk/>
            <pc:sldMk cId="0" sldId="276"/>
            <ac:picMk id="2" creationId="{00000000-0000-0000-0000-000000000000}"/>
          </ac:picMkLst>
        </pc:picChg>
        <pc:picChg chg="add mod">
          <ac:chgData name="Vandana Patel" userId="S::c-vpatel@mobiuslogic.com::50ec8216-34fe-4bf2-94c2-97303f03711d" providerId="AD" clId="Web-{B221234A-5F14-A261-5B6E-A901493D9580}" dt="2026-02-05T11:10:23.824" v="36" actId="1076"/>
          <ac:picMkLst>
            <pc:docMk/>
            <pc:sldMk cId="0" sldId="276"/>
            <ac:picMk id="22" creationId="{77976D06-A965-4BB6-FA03-71CC361400F5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11:26.418" v="66" actId="1076"/>
        <pc:sldMkLst>
          <pc:docMk/>
          <pc:sldMk cId="0" sldId="277"/>
        </pc:sldMkLst>
        <pc:spChg chg="del">
          <ac:chgData name="Vandana Patel" userId="S::c-vpatel@mobiuslogic.com::50ec8216-34fe-4bf2-94c2-97303f03711d" providerId="AD" clId="Web-{B221234A-5F14-A261-5B6E-A901493D9580}" dt="2026-02-05T11:11:01.606" v="47"/>
          <ac:spMkLst>
            <pc:docMk/>
            <pc:sldMk cId="0" sldId="277"/>
            <ac:spMk id="3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1:10.918" v="64"/>
          <ac:spMkLst>
            <pc:docMk/>
            <pc:sldMk cId="0" sldId="277"/>
            <ac:spMk id="4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1:10.918" v="63"/>
          <ac:spMkLst>
            <pc:docMk/>
            <pc:sldMk cId="0" sldId="277"/>
            <ac:spMk id="5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6"/>
          <ac:spMkLst>
            <pc:docMk/>
            <pc:sldMk cId="0" sldId="277"/>
            <ac:spMk id="6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1:10.918" v="62"/>
          <ac:spMkLst>
            <pc:docMk/>
            <pc:sldMk cId="0" sldId="277"/>
            <ac:spMk id="7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1:10.918" v="61"/>
          <ac:spMkLst>
            <pc:docMk/>
            <pc:sldMk cId="0" sldId="277"/>
            <ac:spMk id="8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5"/>
          <ac:spMkLst>
            <pc:docMk/>
            <pc:sldMk cId="0" sldId="277"/>
            <ac:spMk id="9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4"/>
          <ac:spMkLst>
            <pc:docMk/>
            <pc:sldMk cId="0" sldId="277"/>
            <ac:spMk id="12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3"/>
          <ac:spMkLst>
            <pc:docMk/>
            <pc:sldMk cId="0" sldId="277"/>
            <ac:spMk id="13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2"/>
          <ac:spMkLst>
            <pc:docMk/>
            <pc:sldMk cId="0" sldId="277"/>
            <ac:spMk id="14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1"/>
          <ac:spMkLst>
            <pc:docMk/>
            <pc:sldMk cId="0" sldId="277"/>
            <ac:spMk id="15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40"/>
          <ac:spMkLst>
            <pc:docMk/>
            <pc:sldMk cId="0" sldId="277"/>
            <ac:spMk id="16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39"/>
          <ac:spMkLst>
            <pc:docMk/>
            <pc:sldMk cId="0" sldId="277"/>
            <ac:spMk id="17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1:10.918" v="60"/>
          <ac:spMkLst>
            <pc:docMk/>
            <pc:sldMk cId="0" sldId="277"/>
            <ac:spMk id="18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38"/>
          <ac:spMkLst>
            <pc:docMk/>
            <pc:sldMk cId="0" sldId="277"/>
            <ac:spMk id="19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1:01.606" v="37"/>
          <ac:spMkLst>
            <pc:docMk/>
            <pc:sldMk cId="0" sldId="277"/>
            <ac:spMk id="20" creationId="{00000000-0000-0000-0000-000000000000}"/>
          </ac:spMkLst>
        </pc:spChg>
        <pc:picChg chg="add del">
          <ac:chgData name="Vandana Patel" userId="S::c-vpatel@mobiuslogic.com::50ec8216-34fe-4bf2-94c2-97303f03711d" providerId="AD" clId="Web-{B221234A-5F14-A261-5B6E-A901493D9580}" dt="2026-02-05T11:11:08.606" v="54"/>
          <ac:picMkLst>
            <pc:docMk/>
            <pc:sldMk cId="0" sldId="277"/>
            <ac:picMk id="2" creationId="{00000000-0000-0000-0000-000000000000}"/>
          </ac:picMkLst>
        </pc:picChg>
        <pc:picChg chg="add mod">
          <ac:chgData name="Vandana Patel" userId="S::c-vpatel@mobiuslogic.com::50ec8216-34fe-4bf2-94c2-97303f03711d" providerId="AD" clId="Web-{B221234A-5F14-A261-5B6E-A901493D9580}" dt="2026-02-05T11:11:26.418" v="66" actId="1076"/>
          <ac:picMkLst>
            <pc:docMk/>
            <pc:sldMk cId="0" sldId="277"/>
            <ac:picMk id="21" creationId="{EEDCF0A8-FB30-0E61-0FA8-ED3305404FDF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12:42.591" v="120" actId="1076"/>
        <pc:sldMkLst>
          <pc:docMk/>
          <pc:sldMk cId="0" sldId="278"/>
        </pc:sldMkLst>
        <pc:spChg chg="add del">
          <ac:chgData name="Vandana Patel" userId="S::c-vpatel@mobiuslogic.com::50ec8216-34fe-4bf2-94c2-97303f03711d" providerId="AD" clId="Web-{B221234A-5F14-A261-5B6E-A901493D9580}" dt="2026-02-05T11:12:22.560" v="116"/>
          <ac:spMkLst>
            <pc:docMk/>
            <pc:sldMk cId="0" sldId="278"/>
            <ac:spMk id="3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60" v="115"/>
          <ac:spMkLst>
            <pc:docMk/>
            <pc:sldMk cId="0" sldId="278"/>
            <ac:spMk id="4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60" v="114"/>
          <ac:spMkLst>
            <pc:docMk/>
            <pc:sldMk cId="0" sldId="278"/>
            <ac:spMk id="5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13"/>
          <ac:spMkLst>
            <pc:docMk/>
            <pc:sldMk cId="0" sldId="278"/>
            <ac:spMk id="6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12"/>
          <ac:spMkLst>
            <pc:docMk/>
            <pc:sldMk cId="0" sldId="278"/>
            <ac:spMk id="7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11"/>
          <ac:spMkLst>
            <pc:docMk/>
            <pc:sldMk cId="0" sldId="278"/>
            <ac:spMk id="8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10"/>
          <ac:spMkLst>
            <pc:docMk/>
            <pc:sldMk cId="0" sldId="278"/>
            <ac:spMk id="9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9"/>
          <ac:spMkLst>
            <pc:docMk/>
            <pc:sldMk cId="0" sldId="278"/>
            <ac:spMk id="10" creationId="{00000000-0000-0000-0000-000000000000}"/>
          </ac:spMkLst>
        </pc:spChg>
        <pc:spChg chg="mod">
          <ac:chgData name="Vandana Patel" userId="S::c-vpatel@mobiuslogic.com::50ec8216-34fe-4bf2-94c2-97303f03711d" providerId="AD" clId="Web-{B221234A-5F14-A261-5B6E-A901493D9580}" dt="2026-02-05T11:11:55.278" v="67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Vandana Patel" userId="S::c-vpatel@mobiuslogic.com::50ec8216-34fe-4bf2-94c2-97303f03711d" providerId="AD" clId="Web-{B221234A-5F14-A261-5B6E-A901493D9580}" dt="2026-02-05T11:12:30.232" v="118" actId="1076"/>
          <ac:spMkLst>
            <pc:docMk/>
            <pc:sldMk cId="0" sldId="278"/>
            <ac:spMk id="12" creationId="{00000000-0000-0000-0000-000000000000}"/>
          </ac:spMkLst>
        </pc:spChg>
        <pc:spChg chg="del">
          <ac:chgData name="Vandana Patel" userId="S::c-vpatel@mobiuslogic.com::50ec8216-34fe-4bf2-94c2-97303f03711d" providerId="AD" clId="Web-{B221234A-5F14-A261-5B6E-A901493D9580}" dt="2026-02-05T11:12:23.919" v="117"/>
          <ac:spMkLst>
            <pc:docMk/>
            <pc:sldMk cId="0" sldId="278"/>
            <ac:spMk id="13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8"/>
          <ac:spMkLst>
            <pc:docMk/>
            <pc:sldMk cId="0" sldId="278"/>
            <ac:spMk id="14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7"/>
          <ac:spMkLst>
            <pc:docMk/>
            <pc:sldMk cId="0" sldId="278"/>
            <ac:spMk id="15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6"/>
          <ac:spMkLst>
            <pc:docMk/>
            <pc:sldMk cId="0" sldId="278"/>
            <ac:spMk id="16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5"/>
          <ac:spMkLst>
            <pc:docMk/>
            <pc:sldMk cId="0" sldId="278"/>
            <ac:spMk id="17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4"/>
          <ac:spMkLst>
            <pc:docMk/>
            <pc:sldMk cId="0" sldId="278"/>
            <ac:spMk id="18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3"/>
          <ac:spMkLst>
            <pc:docMk/>
            <pc:sldMk cId="0" sldId="278"/>
            <ac:spMk id="19" creationId="{00000000-0000-0000-0000-000000000000}"/>
          </ac:spMkLst>
        </pc:spChg>
        <pc:spChg chg="add del">
          <ac:chgData name="Vandana Patel" userId="S::c-vpatel@mobiuslogic.com::50ec8216-34fe-4bf2-94c2-97303f03711d" providerId="AD" clId="Web-{B221234A-5F14-A261-5B6E-A901493D9580}" dt="2026-02-05T11:12:22.544" v="102"/>
          <ac:spMkLst>
            <pc:docMk/>
            <pc:sldMk cId="0" sldId="278"/>
            <ac:spMk id="20" creationId="{00000000-0000-0000-0000-000000000000}"/>
          </ac:spMkLst>
        </pc:spChg>
        <pc:picChg chg="add del mod">
          <ac:chgData name="Vandana Patel" userId="S::c-vpatel@mobiuslogic.com::50ec8216-34fe-4bf2-94c2-97303f03711d" providerId="AD" clId="Web-{B221234A-5F14-A261-5B6E-A901493D9580}" dt="2026-02-05T11:12:19.903" v="86"/>
          <ac:picMkLst>
            <pc:docMk/>
            <pc:sldMk cId="0" sldId="278"/>
            <ac:picMk id="2" creationId="{00000000-0000-0000-0000-000000000000}"/>
          </ac:picMkLst>
        </pc:picChg>
        <pc:picChg chg="add mod">
          <ac:chgData name="Vandana Patel" userId="S::c-vpatel@mobiuslogic.com::50ec8216-34fe-4bf2-94c2-97303f03711d" providerId="AD" clId="Web-{B221234A-5F14-A261-5B6E-A901493D9580}" dt="2026-02-05T11:12:42.591" v="120" actId="1076"/>
          <ac:picMkLst>
            <pc:docMk/>
            <pc:sldMk cId="0" sldId="278"/>
            <ac:picMk id="21" creationId="{C0A8C4E1-FF67-6B45-FF8E-39662F28A3D4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13:16.216" v="123" actId="1076"/>
        <pc:sldMkLst>
          <pc:docMk/>
          <pc:sldMk cId="0" sldId="279"/>
        </pc:sldMkLst>
        <pc:spChg chg="del">
          <ac:chgData name="Vandana Patel" userId="S::c-vpatel@mobiuslogic.com::50ec8216-34fe-4bf2-94c2-97303f03711d" providerId="AD" clId="Web-{B221234A-5F14-A261-5B6E-A901493D9580}" dt="2026-02-05T11:13:09.013" v="121"/>
          <ac:spMkLst>
            <pc:docMk/>
            <pc:sldMk cId="0" sldId="279"/>
            <ac:spMk id="5" creationId="{00000000-0000-0000-0000-000000000000}"/>
          </ac:spMkLst>
        </pc:spChg>
        <pc:picChg chg="add mod">
          <ac:chgData name="Vandana Patel" userId="S::c-vpatel@mobiuslogic.com::50ec8216-34fe-4bf2-94c2-97303f03711d" providerId="AD" clId="Web-{B221234A-5F14-A261-5B6E-A901493D9580}" dt="2026-02-05T11:13:16.216" v="123" actId="1076"/>
          <ac:picMkLst>
            <pc:docMk/>
            <pc:sldMk cId="0" sldId="279"/>
            <ac:picMk id="6" creationId="{2D382CA8-DD0F-5903-C679-B00CB08BC328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13:52.529" v="128" actId="1076"/>
        <pc:sldMkLst>
          <pc:docMk/>
          <pc:sldMk cId="0" sldId="280"/>
        </pc:sldMkLst>
        <pc:spChg chg="del mod">
          <ac:chgData name="Vandana Patel" userId="S::c-vpatel@mobiuslogic.com::50ec8216-34fe-4bf2-94c2-97303f03711d" providerId="AD" clId="Web-{B221234A-5F14-A261-5B6E-A901493D9580}" dt="2026-02-05T11:13:37.592" v="126"/>
          <ac:spMkLst>
            <pc:docMk/>
            <pc:sldMk cId="0" sldId="280"/>
            <ac:spMk id="5" creationId="{00000000-0000-0000-0000-000000000000}"/>
          </ac:spMkLst>
        </pc:spChg>
        <pc:picChg chg="add mod">
          <ac:chgData name="Vandana Patel" userId="S::c-vpatel@mobiuslogic.com::50ec8216-34fe-4bf2-94c2-97303f03711d" providerId="AD" clId="Web-{B221234A-5F14-A261-5B6E-A901493D9580}" dt="2026-02-05T11:13:52.529" v="128" actId="1076"/>
          <ac:picMkLst>
            <pc:docMk/>
            <pc:sldMk cId="0" sldId="280"/>
            <ac:picMk id="6" creationId="{3729FE2E-D99A-7F5B-9B25-87375FD36E8C}"/>
          </ac:picMkLst>
        </pc:picChg>
        <pc:picChg chg="del">
          <ac:chgData name="Vandana Patel" userId="S::c-vpatel@mobiuslogic.com::50ec8216-34fe-4bf2-94c2-97303f03711d" providerId="AD" clId="Web-{B221234A-5F14-A261-5B6E-A901493D9580}" dt="2026-02-05T11:13:34.388" v="124"/>
          <ac:picMkLst>
            <pc:docMk/>
            <pc:sldMk cId="0" sldId="280"/>
            <ac:picMk id="7" creationId="{CE60FD90-B3F7-7079-3663-06611C2C2D3F}"/>
          </ac:picMkLst>
        </pc:picChg>
      </pc:sldChg>
      <pc:sldChg chg="addSp delSp modSp">
        <pc:chgData name="Vandana Patel" userId="S::c-vpatel@mobiuslogic.com::50ec8216-34fe-4bf2-94c2-97303f03711d" providerId="AD" clId="Web-{B221234A-5F14-A261-5B6E-A901493D9580}" dt="2026-02-05T11:15:00.077" v="132" actId="14100"/>
        <pc:sldMkLst>
          <pc:docMk/>
          <pc:sldMk cId="0" sldId="284"/>
        </pc:sldMkLst>
        <pc:spChg chg="del">
          <ac:chgData name="Vandana Patel" userId="S::c-vpatel@mobiuslogic.com::50ec8216-34fe-4bf2-94c2-97303f03711d" providerId="AD" clId="Web-{B221234A-5F14-A261-5B6E-A901493D9580}" dt="2026-02-05T11:14:39.780" v="129"/>
          <ac:spMkLst>
            <pc:docMk/>
            <pc:sldMk cId="0" sldId="284"/>
            <ac:spMk id="4" creationId="{00000000-0000-0000-0000-000000000000}"/>
          </ac:spMkLst>
        </pc:spChg>
        <pc:picChg chg="add mod">
          <ac:chgData name="Vandana Patel" userId="S::c-vpatel@mobiuslogic.com::50ec8216-34fe-4bf2-94c2-97303f03711d" providerId="AD" clId="Web-{B221234A-5F14-A261-5B6E-A901493D9580}" dt="2026-02-05T11:15:00.077" v="132" actId="14100"/>
          <ac:picMkLst>
            <pc:docMk/>
            <pc:sldMk cId="0" sldId="284"/>
            <ac:picMk id="5" creationId="{F2634962-AC76-371F-8ECD-11A5C9B8E6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89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2060"/>
          </a:fgClr>
          <a:bgClr>
            <a:schemeClr val="accent1">
              <a:lumMod val="40000"/>
              <a:lumOff val="6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3" name="Text 0"/>
          <p:cNvSpPr/>
          <p:nvPr/>
        </p:nvSpPr>
        <p:spPr>
          <a:xfrm>
            <a:off x="1014063" y="1575435"/>
            <a:ext cx="7115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GMC Education Portal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005894" y="2413635"/>
            <a:ext cx="51322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Learning Platform for Government Schools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852722" y="2809875"/>
            <a:ext cx="34384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Education in Gandhinagar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94325" y="3381375"/>
            <a:ext cx="315523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Gandhinagar Municipal Corporation • February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r>
              <a:rPr lang="en-US" sz="2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in GMC Schools</a:t>
            </a:r>
            <a:endParaRPr lang="en-US" sz="2700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collage of images of people and books&#10;&#10;AI-generated content may be incorrect.">
            <a:extLst>
              <a:ext uri="{FF2B5EF4-FFF2-40B4-BE49-F238E27FC236}">
                <a16:creationId xmlns:a16="http://schemas.microsoft.com/office/drawing/2014/main" id="{8700C131-7830-57D8-0279-73A1A54B5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7105"/>
            <a:ext cx="9144000" cy="38176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11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 Education Portal Solution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digital ecosystem for schools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library with NCERT textbooks (online &amp; offline)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submission &amp; tracking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progress dashboard with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access portal for monitoring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1F8120-D240-90E1-9943-053FD9555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67" y="270681"/>
            <a:ext cx="2240833" cy="46022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Student Registration</a:t>
            </a:r>
            <a:endParaRPr lang="en-US" sz="2700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32F498DC-48A5-DA10-4862-A3A211860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4" y="1508554"/>
            <a:ext cx="7153275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600" y="495546"/>
            <a:ext cx="5052060" cy="46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Login Interface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10540" y="1276288"/>
            <a:ext cx="5052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Simple and secure access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11530" y="1706818"/>
            <a:ext cx="4648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 login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authentication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school and class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2595B-86ED-4A6D-72AF-0F48F8E31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0233"/>
            <a:ext cx="2230620" cy="46830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Student Dashboard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hub for learning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class schedule visible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assignments highlighted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to study materials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announcements displayed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69A398-4118-0B7C-5E71-F07655848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735" y="266155"/>
            <a:ext cx="2247226" cy="46111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4176" y="-265471"/>
            <a:ext cx="9144000" cy="5143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600" y="666628"/>
            <a:ext cx="5052060" cy="454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Mobile View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600" y="1229094"/>
            <a:ext cx="5052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learning tools in one place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1638795"/>
            <a:ext cx="4648200" cy="1936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 overview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homework alerts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announcements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A3DFA-2356-D7F4-F4D9-1751FF83B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928" y="97971"/>
            <a:ext cx="2193945" cy="45654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Digital Library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study materials online &amp; offline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NCERT textbooks for all subjects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for offline reading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year question papers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books and guides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9772B5-D147-FD14-8E8E-F78C1B473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026" y="236764"/>
            <a:ext cx="2304423" cy="46699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Assignment Submission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homework system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assignments with due 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answers as PDF or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marks and feedback from teachers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submission status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880AF7-860B-154B-2B9F-30E91137C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715" y="233498"/>
            <a:ext cx="2146885" cy="46765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Progress Tracking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student performance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marks displayed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percentage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graphs and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and improvement areas identified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24F488-6670-F77F-479C-00C54495D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169" y="230233"/>
            <a:ext cx="2300231" cy="46830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Class Timetable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schedule at a glance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09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Period-wise daily schedule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and teacher information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classes and activities marked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access to timetable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39CA80-6949-A911-F1D9-3605AE24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781" y="243295"/>
            <a:ext cx="2290283" cy="4656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6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Examination Timetable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schedule management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exam dates visible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timing and duration details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Syllabus for each exam listed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countdown timer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E826EA-D67D-0DA7-3A88-8C4245A69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065" y="217170"/>
            <a:ext cx="2339658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8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r>
              <a:rPr lang="en-US" sz="2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Card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exam results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marks and grades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percentage and rank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remarks and feedback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PDF report card</a:t>
            </a:r>
            <a:endParaRPr lang="en-US" sz="13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2B472A-DAF3-EC68-1325-DC8F524A7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867" y="253093"/>
            <a:ext cx="2283790" cy="46373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0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Announcements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updated with school news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date notifications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announcements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and competition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circular notifications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B116AD-A8D4-4993-4EA7-C2AE6B780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749" y="348061"/>
            <a:ext cx="2376651" cy="42930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1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295" y="0"/>
            <a:ext cx="9144000" cy="5143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3880" y="654367"/>
            <a:ext cx="5052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Photo Gallery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63880" y="1234444"/>
            <a:ext cx="5052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school events and activities</a:t>
            </a:r>
            <a:endParaRPr lang="en-US" sz="1350" dirty="0"/>
          </a:p>
        </p:txBody>
      </p:sp>
      <p:pic>
        <p:nvPicPr>
          <p:cNvPr id="22" name="Picture 21" descr="A collage of images of people running&#10;&#10;AI-generated content may be incorrect.">
            <a:extLst>
              <a:ext uri="{FF2B5EF4-FFF2-40B4-BE49-F238E27FC236}">
                <a16:creationId xmlns:a16="http://schemas.microsoft.com/office/drawing/2014/main" id="{77976D06-A965-4BB6-FA03-71CC36140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31472"/>
            <a:ext cx="9144000" cy="37617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2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600" y="594677"/>
            <a:ext cx="49950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Meal Menu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600" y="1236658"/>
            <a:ext cx="5052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Mid-day meal tracking system</a:t>
            </a:r>
            <a:endParaRPr lang="en-US" sz="1350" dirty="0"/>
          </a:p>
        </p:txBody>
      </p:sp>
      <p:pic>
        <p:nvPicPr>
          <p:cNvPr id="21" name="Picture 20" descr="A diagram of a different type of food&#10;&#10;AI-generated content may be incorrect.">
            <a:extLst>
              <a:ext uri="{FF2B5EF4-FFF2-40B4-BE49-F238E27FC236}">
                <a16:creationId xmlns:a16="http://schemas.microsoft.com/office/drawing/2014/main" id="{EEDCF0A8-FB30-0E61-0FA8-ED3305404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0247"/>
            <a:ext cx="9144000" cy="22600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3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0796" y="355314"/>
            <a:ext cx="5052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Achievements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312391" y="764727"/>
            <a:ext cx="50520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awards and certificates</a:t>
            </a:r>
            <a:endParaRPr lang="en-US" sz="1350" dirty="0"/>
          </a:p>
        </p:txBody>
      </p:sp>
      <p:pic>
        <p:nvPicPr>
          <p:cNvPr id="21" name="Picture 20" descr="A close-up of a list of sports medals&#10;&#10;AI-generated content may be incorrect.">
            <a:extLst>
              <a:ext uri="{FF2B5EF4-FFF2-40B4-BE49-F238E27FC236}">
                <a16:creationId xmlns:a16="http://schemas.microsoft.com/office/drawing/2014/main" id="{C0A8C4E1-FF67-6B45-FF8E-39662F28A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78" y="1525673"/>
            <a:ext cx="7324725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4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Syllabus Coverage Tracker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curriculum progress</a:t>
            </a:r>
            <a:endParaRPr lang="en-US" sz="1350" dirty="0"/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D382CA8-DD0F-5903-C679-B00CB08BC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20807"/>
            <a:ext cx="335280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5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 Calendar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holiday schedule</a:t>
            </a:r>
            <a:endParaRPr lang="en-US" sz="1350" dirty="0"/>
          </a:p>
        </p:txBody>
      </p:sp>
      <p:pic>
        <p:nvPicPr>
          <p:cNvPr id="6" name="Picture 5" descr="A collage of images of a beach and a stopwatch&#10;&#10;AI-generated content may be incorrect.">
            <a:extLst>
              <a:ext uri="{FF2B5EF4-FFF2-40B4-BE49-F238E27FC236}">
                <a16:creationId xmlns:a16="http://schemas.microsoft.com/office/drawing/2014/main" id="{3729FE2E-D99A-7F5B-9B25-87375FD36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3024"/>
            <a:ext cx="9144000" cy="27768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6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Access Portal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parents informed and engaged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child's attendance and marks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alerts for important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communication with teachers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homework completion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AD6C50-5D61-DFFF-029D-22B272148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299" y="236764"/>
            <a:ext cx="2288169" cy="46699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7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77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Dashboard Features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study materials and notes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grade assignments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student attendance digitally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progress reports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C9479-2C2E-8DB3-4855-3801ADA69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231" y="245835"/>
            <a:ext cx="2293812" cy="46518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8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Preparation Resources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ready for board exams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14400" y="1642114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tests with timer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year board papers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papers with solutions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Chapter-wise revision notes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9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195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Impact</a:t>
            </a:r>
            <a:endParaRPr lang="en-US" sz="2700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collage of images of people&#10;&#10;AI-generated content may be incorrect.">
            <a:extLst>
              <a:ext uri="{FF2B5EF4-FFF2-40B4-BE49-F238E27FC236}">
                <a16:creationId xmlns:a16="http://schemas.microsoft.com/office/drawing/2014/main" id="{F2634962-AC76-371F-8ECD-11A5C9B8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06" y="1157287"/>
            <a:ext cx="7248525" cy="39796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0">
    <p:bg>
      <p:bgPr>
        <a:pattFill prst="pct5">
          <a:fgClr>
            <a:srgbClr val="00206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50800" dir="5400000" algn="ctr" rotWithShape="0">
              <a:schemeClr val="bg2">
                <a:lumMod val="90000"/>
              </a:scheme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2939067" y="1607827"/>
            <a:ext cx="32658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🙏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05429" y="2385064"/>
            <a:ext cx="19331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 Education Portal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736256" y="2804164"/>
            <a:ext cx="367148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ED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Students Through Digital Learning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 xmlns="9acf8b5a-c2c1-4d8c-8693-80d0d8938ad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F47F17FF55E4DA115491578513F54" ma:contentTypeVersion="5" ma:contentTypeDescription="Create a new document." ma:contentTypeScope="" ma:versionID="f9cc1097df8aeca06bc725b1b2816b16">
  <xsd:schema xmlns:xsd="http://www.w3.org/2001/XMLSchema" xmlns:xs="http://www.w3.org/2001/XMLSchema" xmlns:p="http://schemas.microsoft.com/office/2006/metadata/properties" xmlns:ns2="9acf8b5a-c2c1-4d8c-8693-80d0d8938ad6" targetNamespace="http://schemas.microsoft.com/office/2006/metadata/properties" ma:root="true" ma:fieldsID="a7cec182a2d8b0c2ae800c40bf3c3e25" ns2:_="">
    <xsd:import namespace="9acf8b5a-c2c1-4d8c-8693-80d0d8938a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cf8b5a-c2c1-4d8c-8693-80d0d8938a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" ma:index="12" nillable="true" ma:displayName="Note" ma:format="Dropdown" ma:internalName="Not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E13047-36C6-45A9-8B88-4B664F7D6D4F}">
  <ds:schemaRefs>
    <ds:schemaRef ds:uri="http://schemas.microsoft.com/office/2006/metadata/properties"/>
    <ds:schemaRef ds:uri="http://schemas.microsoft.com/office/infopath/2007/PartnerControls"/>
    <ds:schemaRef ds:uri="9acf8b5a-c2c1-4d8c-8693-80d0d8938ad6"/>
  </ds:schemaRefs>
</ds:datastoreItem>
</file>

<file path=customXml/itemProps2.xml><?xml version="1.0" encoding="utf-8"?>
<ds:datastoreItem xmlns:ds="http://schemas.openxmlformats.org/officeDocument/2006/customXml" ds:itemID="{22124931-9C53-4B50-BCAE-13513FE048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78DD23-15AC-4DC4-B82B-58475ED672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cf8b5a-c2c1-4d8c-8693-80d0d8938a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649</Words>
  <Application>Microsoft Office PowerPoint</Application>
  <PresentationFormat>On-screen Show (16:9)</PresentationFormat>
  <Paragraphs>184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Rohan Patel</cp:lastModifiedBy>
  <cp:revision>42</cp:revision>
  <dcterms:created xsi:type="dcterms:W3CDTF">2026-02-03T09:32:29Z</dcterms:created>
  <dcterms:modified xsi:type="dcterms:W3CDTF">2026-02-05T11:15:01Z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0x010100975F47F17FF55E4DA115491578513F54</vt:lpwstr>
  </property>
</Properties>
</file>